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306" y="-8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F0AEF-A116-4B27-A1C0-488383D2E7F4}" type="datetimeFigureOut">
              <a:rPr lang="en-US" smtClean="0"/>
              <a:t>1/1/2026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1EF82-DE85-41BB-B6B3-11F6339A7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803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AADCC-9948-4BB4-895F-AB923D6EDCF7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292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6E322-7216-47EE-9703-2661E492D7DC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239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50292-785D-4BEB-99BC-0366F0242C6E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30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6575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48300" y="1600201"/>
            <a:ext cx="47466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24C1-026B-4E51-AB8A-BC8798FE4484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26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EEA44-5107-4E07-8F85-82CD8219B8B7}" type="datetime1">
              <a:rPr lang="en-US" smtClean="0"/>
              <a:t>1/1/2026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2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0954F-5E5E-49D1-B92E-ED8AFD2C8A48}" type="datetime1">
              <a:rPr lang="en-US" smtClean="0"/>
              <a:t>1/1/2026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03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3BE45-8B86-4AE0-AC00-92DBC99021D2}" type="datetime1">
              <a:rPr lang="en-US" smtClean="0"/>
              <a:t>1/1/2026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47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9588B-837B-4CBA-8996-F0014F1573BE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051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78560-C02C-49D3-91B2-316AC9B50C2A}" type="datetime1">
              <a:rPr lang="en-US" smtClean="0"/>
              <a:t>1/1/2026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270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C75926-7ED5-41E3-BE2F-8103C5CE52C1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928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780337" y="274639"/>
            <a:ext cx="2414588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6575" y="274639"/>
            <a:ext cx="7078663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D821C-9883-4C8B-9C2C-2FCF7F3C1EC6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899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350E8-8A3D-47BF-BE54-1F4BFF8D0B2C}" type="datetime1">
              <a:rPr lang="en-US" smtClean="0"/>
              <a:t>1/1/2026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A2B4C-A469-4E2A-96FF-6D5924F8AB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8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???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126" y="1340768"/>
            <a:ext cx="8788362" cy="4915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1</a:t>
            </a:fld>
            <a:endParaRPr lang="en-US"/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838379"/>
              </p:ext>
            </p:extLst>
          </p:nvPr>
        </p:nvGraphicFramePr>
        <p:xfrm>
          <a:off x="4448944" y="260648"/>
          <a:ext cx="914400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" name="포장기 셸 개체" showAsIcon="1" r:id="rId4" imgW="914400" imgH="792360" progId="Package">
                  <p:link updateAutomatic="1"/>
                </p:oleObj>
              </mc:Choice>
              <mc:Fallback>
                <p:oleObj name="포장기 셸 개체" showAsIcon="1" r:id="rId4" imgW="914400" imgH="792360" progId="Package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48944" y="260648"/>
                        <a:ext cx="914400" cy="7921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076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113" y="336550"/>
            <a:ext cx="9929813" cy="618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38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3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371" y="332656"/>
            <a:ext cx="4816475" cy="595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3069" y="332655"/>
            <a:ext cx="4816475" cy="5951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7278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4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715" y="60916"/>
            <a:ext cx="8541717" cy="65364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9084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5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172" y="567418"/>
            <a:ext cx="7487244" cy="572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6740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6</a:t>
            </a:fld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488" y="404664"/>
            <a:ext cx="7912612" cy="60550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5880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7</a:t>
            </a:fld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0172" y="567418"/>
            <a:ext cx="7487244" cy="57295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765848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A2B4C-A469-4E2A-96FF-6D5924F8AB28}" type="slidenum">
              <a:rPr lang="en-US" smtClean="0"/>
              <a:t>8</a:t>
            </a:fld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24" y="236799"/>
            <a:ext cx="8351340" cy="63907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48533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</TotalTime>
  <Words>8</Words>
  <Application>Microsoft Office PowerPoint</Application>
  <PresentationFormat>A4 용지(210x297mm)</PresentationFormat>
  <Paragraphs>8</Paragraphs>
  <Slides>8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연결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0" baseType="lpstr">
      <vt:lpstr>Office 테마</vt:lpstr>
      <vt:lpstr>???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SDSA</dc:creator>
  <cp:lastModifiedBy>SDSA</cp:lastModifiedBy>
  <cp:revision>5</cp:revision>
  <dcterms:created xsi:type="dcterms:W3CDTF">2025-12-31T21:44:35Z</dcterms:created>
  <dcterms:modified xsi:type="dcterms:W3CDTF">2026-01-01T11:17:42Z</dcterms:modified>
</cp:coreProperties>
</file>